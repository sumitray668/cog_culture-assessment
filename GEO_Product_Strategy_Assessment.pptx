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 Platform: AI Search Visibility Intelligence</a:t>
            </a:r>
          </a:p>
          <a:p>
            <a:r>
              <a:t>Product Management Trainee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SEO is shifting toward AI-powered search. Brands do not know how frequently they appear in ChatGPT, Gemini, Claude, or Perplexity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search is rapidly growing. Businesses now need Generative Engine Optimization (GEO) tools to track visibility, citations, and sentiment in LLM-generated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Brand Visibility Heatmap</a:t>
            </a:r>
          </a:p>
          <a:p>
            <a:r>
              <a:t>• Tracks mentions across LLMs</a:t>
            </a:r>
          </a:p>
          <a:p>
            <a:r>
              <a:t>• Competitor benchmarking</a:t>
            </a:r>
          </a:p>
          <a:p>
            <a:r>
              <a:t>• Sentiment analysis</a:t>
            </a:r>
          </a:p>
          <a:p>
            <a:r>
              <a:t>• Citation source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Brand inputs keywords</a:t>
            </a:r>
          </a:p>
          <a:p>
            <a:r>
              <a:t>2. GEO queries LLMs</a:t>
            </a:r>
          </a:p>
          <a:p>
            <a:r>
              <a:t>3. Responses analyzed</a:t>
            </a:r>
          </a:p>
          <a:p>
            <a:r>
              <a:t>4. Dashboard displays visibility rankings and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Profound – AI visibility tracking</a:t>
            </a:r>
          </a:p>
          <a:p>
            <a:r>
              <a:t>Peec AI – GEO analytics</a:t>
            </a:r>
          </a:p>
          <a:p>
            <a:r>
              <a:t>Goodie AI – Mention monitoring</a:t>
            </a:r>
          </a:p>
          <a:p>
            <a:r>
              <a:t>Our GEO – Multi-LLM + Sentiment + Citation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Short-Term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0–3 Months:</a:t>
            </a:r>
          </a:p>
          <a:p>
            <a:r>
              <a:t>• Dashboard MVP</a:t>
            </a:r>
          </a:p>
          <a:p>
            <a:r>
              <a:t>• ChatGPT + Gemini integration</a:t>
            </a:r>
          </a:p>
          <a:p>
            <a:r>
              <a:t>• Visibility score</a:t>
            </a:r>
          </a:p>
          <a:p>
            <a:r>
              <a:t>• Competitor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 to 1 Year:</a:t>
            </a:r>
          </a:p>
          <a:p>
            <a:r>
              <a:t>• Predictive GEO scoring</a:t>
            </a:r>
          </a:p>
          <a:p>
            <a:r>
              <a:t>• AI optimization suggestions</a:t>
            </a:r>
          </a:p>
          <a:p>
            <a:r>
              <a:t>• API integrations</a:t>
            </a:r>
          </a:p>
          <a:p>
            <a:r>
              <a:t>• Enterprise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 Tier – Limited searches</a:t>
            </a:r>
          </a:p>
          <a:p>
            <a:r>
              <a:t>Pro – Advanced analytics</a:t>
            </a:r>
          </a:p>
          <a:p>
            <a:r>
              <a:t>Enterprise – APIs + Custom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active users</a:t>
            </a:r>
          </a:p>
          <a:p>
            <a:r>
              <a:t>Brand visibility growth</a:t>
            </a:r>
          </a:p>
          <a:p>
            <a:r>
              <a:t>Retention rate</a:t>
            </a:r>
          </a:p>
          <a:p>
            <a:r>
              <a:t>Query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the Google Analytics for AI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